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2  ·  FERI  ·  2025/26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3504" y="12344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pPr indent="0" marL="0">
              <a:buNone/>
            </a:pPr>
            <a:r>
              <a:rPr lang="en-US" sz="6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TrackMe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040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7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health, tracked automatically — no manual logging. Steps, sleep, heart rate and workouts flow straight from your phone &amp; watch into one place, then become insights.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Matija Gušel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Flutter · Spring Boot · PostgreSQL · Railway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0" y="1755648"/>
            <a:ext cx="420624" cy="420624"/>
          </a:xfrm>
          <a:prstGeom prst="ellipse">
            <a:avLst/>
          </a:prstGeom>
          <a:solidFill>
            <a:srgbClr val="5FB878"/>
          </a:solidFill>
          <a:ln/>
        </p:spPr>
      </p:sp>
      <p:sp>
        <p:nvSpPr>
          <p:cNvPr id="8" name="Text 6"/>
          <p:cNvSpPr/>
          <p:nvPr/>
        </p:nvSpPr>
        <p:spPr>
          <a:xfrm>
            <a:off x="918972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89720" y="2048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278892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95360" y="3172968"/>
            <a:ext cx="420624" cy="420624"/>
          </a:xfrm>
          <a:prstGeom prst="ellipse">
            <a:avLst/>
          </a:prstGeom>
          <a:solidFill>
            <a:srgbClr val="7E7B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89720" y="2953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 30m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89720" y="34655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last night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420624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4590288"/>
            <a:ext cx="420624" cy="42062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4370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bpm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89720" y="48828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heart rate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your health by hand is tedious — so we don't.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24328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7552" y="3200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steps, heart rate, sleep &amp; workouts from Health Connect — foreground and in the background. Zero typing.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624328"/>
            <a:ext cx="457200" cy="457200"/>
          </a:xfrm>
          <a:prstGeom prst="ellipse">
            <a:avLst/>
          </a:prstGeom>
          <a:solidFill>
            <a:srgbClr val="7E7BF5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detection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65392" y="3200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overnight sleep and walks/runs from the phone alone, then suggests them for you to confirm.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590288"/>
            <a:ext cx="457200" cy="45720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coaching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87552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weekly summaries and an “ask your data” assistant, with email reports — backed by your own trends.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42976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4590288"/>
            <a:ext cx="457200" cy="457200"/>
          </a:xfrm>
          <a:prstGeom prst="ellipse">
            <a:avLst/>
          </a:prstGeom>
          <a:solidFill>
            <a:srgbClr val="5FB878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&amp; gamification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65392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a Health Shield level, medicine reminders and a friends leaderboard keep you logging.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layered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642616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1426464" y="2624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0976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Android-first Material UI, go_router. Foreground &amp; background sync services plus on-device sleep / walk detectors.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" y="4526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CONNECT · WORKMANAGER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96512" y="32461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462272" y="233172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642616"/>
            <a:ext cx="384048" cy="384048"/>
          </a:xfrm>
          <a:prstGeom prst="ellipse">
            <a:avLst/>
          </a:prstGeom>
          <a:solidFill>
            <a:srgbClr val="7E7BF5"/>
          </a:solidFill>
          <a:ln/>
        </p:spPr>
      </p:sp>
      <p:sp>
        <p:nvSpPr>
          <p:cNvPr id="12" name="Text 10"/>
          <p:cNvSpPr/>
          <p:nvPr/>
        </p:nvSpPr>
        <p:spPr>
          <a:xfrm>
            <a:off x="5248656" y="2624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Kotlin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3168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 auth with per-user ownership, JPA/ORM, Flyway migrations. Groq / LLM insights + email reports.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4526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18704" y="32461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8284464" y="233172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0F1624"/>
          </a:solidFill>
          <a:ln w="12700">
            <a:solidFill>
              <a:srgbClr val="2430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642616"/>
            <a:ext cx="384048" cy="384048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8" name="Text 16"/>
          <p:cNvSpPr/>
          <p:nvPr/>
        </p:nvSpPr>
        <p:spPr>
          <a:xfrm>
            <a:off x="9070848" y="2624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day for vitals &amp; sleep, activities, medicines and insights — a versioned schema.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4526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FLYWAY-MANAGED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982980" cy="438912"/>
          </a:xfrm>
          <a:prstGeom prst="roundRect">
            <a:avLst>
              <a:gd name="adj" fmla="val 50000"/>
            </a:avLst>
          </a:prstGeom>
          <a:solidFill>
            <a:srgbClr val="121B2C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49240"/>
            <a:ext cx="9829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87652" y="5349240"/>
            <a:ext cx="2231136" cy="438912"/>
          </a:xfrm>
          <a:prstGeom prst="roundRect">
            <a:avLst>
              <a:gd name="adj" fmla="val 50000"/>
            </a:avLst>
          </a:prstGeom>
          <a:solidFill>
            <a:srgbClr val="121B2C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7652" y="534924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/ Spring Boot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83380" y="5349240"/>
            <a:ext cx="1271016" cy="438912"/>
          </a:xfrm>
          <a:prstGeom prst="roundRect">
            <a:avLst>
              <a:gd name="adj" fmla="val 50000"/>
            </a:avLst>
          </a:prstGeom>
          <a:solidFill>
            <a:srgbClr val="121B2C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3380" y="5349240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18988" y="5349240"/>
            <a:ext cx="1655064" cy="438912"/>
          </a:xfrm>
          <a:prstGeom prst="roundRect">
            <a:avLst>
              <a:gd name="adj" fmla="val 50000"/>
            </a:avLst>
          </a:prstGeom>
          <a:solidFill>
            <a:srgbClr val="121B2C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8988" y="534924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Connect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38644" y="5349240"/>
            <a:ext cx="2231136" cy="438912"/>
          </a:xfrm>
          <a:prstGeom prst="roundRect">
            <a:avLst>
              <a:gd name="adj" fmla="val 50000"/>
            </a:avLst>
          </a:prstGeom>
          <a:solidFill>
            <a:srgbClr val="121B2C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38644" y="534924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Google sign-in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916168"/>
            <a:ext cx="1847088" cy="438912"/>
          </a:xfrm>
          <a:prstGeom prst="roundRect">
            <a:avLst>
              <a:gd name="adj" fmla="val 50000"/>
            </a:avLst>
          </a:prstGeom>
          <a:solidFill>
            <a:srgbClr val="121B2C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91616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51760" y="5916168"/>
            <a:ext cx="1367028" cy="438912"/>
          </a:xfrm>
          <a:prstGeom prst="roundRect">
            <a:avLst>
              <a:gd name="adj" fmla="val 50000"/>
            </a:avLst>
          </a:prstGeom>
          <a:solidFill>
            <a:srgbClr val="121B2C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5916168"/>
            <a:ext cx="13670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email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83380" y="5916168"/>
            <a:ext cx="2711196" cy="438912"/>
          </a:xfrm>
          <a:prstGeom prst="roundRect">
            <a:avLst>
              <a:gd name="adj" fmla="val 50000"/>
            </a:avLst>
          </a:prstGeom>
          <a:solidFill>
            <a:srgbClr val="121B2C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83380" y="5916168"/>
            <a:ext cx="27111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Firebase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59168" y="5916168"/>
            <a:ext cx="982980" cy="438912"/>
          </a:xfrm>
          <a:prstGeom prst="roundRect">
            <a:avLst>
              <a:gd name="adj" fmla="val 50000"/>
            </a:avLst>
          </a:prstGeom>
          <a:solidFill>
            <a:srgbClr val="121B2C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5916168"/>
            <a:ext cx="9829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08792" cy="1051560"/>
          </a:xfrm>
          <a:prstGeom prst="roundRect">
            <a:avLst>
              <a:gd name="adj" fmla="val 12174"/>
            </a:avLst>
          </a:prstGeom>
          <a:solidFill>
            <a:srgbClr val="5B8DEF">
              <a:alpha val="16000"/>
            </a:srgbClr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0515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 Live demo — sign in &amp; walk through the app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16429" cy="530352"/>
          </a:xfrm>
          <a:prstGeom prst="roundRect">
            <a:avLst>
              <a:gd name="adj" fmla="val 24138"/>
            </a:avLst>
          </a:prstGeom>
          <a:solidFill>
            <a:srgbClr val="5FB878">
              <a:alpha val="14000"/>
            </a:srgbClr>
          </a:solidFill>
          <a:ln w="12700">
            <a:solidFill>
              <a:srgbClr val="5FB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25164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F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Auto-sync &amp; history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9389" y="2514600"/>
            <a:ext cx="2812694" cy="530352"/>
          </a:xfrm>
          <a:prstGeom prst="roundRect">
            <a:avLst>
              <a:gd name="adj" fmla="val 24138"/>
            </a:avLst>
          </a:prstGeom>
          <a:solidFill>
            <a:srgbClr val="5FB878">
              <a:alpha val="14000"/>
            </a:srgbClr>
          </a:solidFill>
          <a:ln w="12700">
            <a:solidFill>
              <a:srgbClr val="5FB8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9389" y="2514600"/>
            <a:ext cx="28126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F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Sleep + walk detection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34963" y="2514600"/>
            <a:ext cx="3503981" cy="530352"/>
          </a:xfrm>
          <a:prstGeom prst="roundRect">
            <a:avLst>
              <a:gd name="adj" fmla="val 24138"/>
            </a:avLst>
          </a:prstGeom>
          <a:solidFill>
            <a:srgbClr val="5FB878">
              <a:alpha val="14000"/>
            </a:srgbClr>
          </a:solidFill>
          <a:ln w="12700">
            <a:solidFill>
              <a:srgbClr val="5FB8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4963" y="2514600"/>
            <a:ext cx="350398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F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Readable graphs &amp; 1-day cards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3207715" cy="530352"/>
          </a:xfrm>
          <a:prstGeom prst="roundRect">
            <a:avLst>
              <a:gd name="adj" fmla="val 24138"/>
            </a:avLst>
          </a:prstGeom>
          <a:solidFill>
            <a:srgbClr val="5FB878">
              <a:alpha val="14000"/>
            </a:srgbClr>
          </a:solidFill>
          <a:ln w="12700">
            <a:solidFill>
              <a:srgbClr val="5FB8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32077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F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insights &amp; weekly email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30675" y="3154680"/>
            <a:ext cx="2911450" cy="530352"/>
          </a:xfrm>
          <a:prstGeom prst="roundRect">
            <a:avLst>
              <a:gd name="adj" fmla="val 24138"/>
            </a:avLst>
          </a:prstGeom>
          <a:solidFill>
            <a:srgbClr val="D4956A">
              <a:alpha val="14000"/>
            </a:srgbClr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0675" y="3154680"/>
            <a:ext cx="291145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HRV from Health Connect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125005" y="3154680"/>
            <a:ext cx="4195267" cy="530352"/>
          </a:xfrm>
          <a:prstGeom prst="roundRect">
            <a:avLst>
              <a:gd name="adj" fmla="val 24138"/>
            </a:avLst>
          </a:prstGeom>
          <a:solidFill>
            <a:srgbClr val="D4956A">
              <a:alpha val="14000"/>
            </a:srgbClr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5005" y="3154680"/>
            <a:ext cx="41952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Background “suggested” notifications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learned:  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bug wasn't a feature — sync worked in debug but failed silently in the release build (a missing manifest permission). The real value came from testing on a fresh account, not the dev's. CI auto-builds and ships the APK to testers; the backend deploys itself to Railway.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HealthTrackMe</dc:title>
  <dc:subject>PptxGenJS Presentation</dc:subject>
  <dc:creator>Matija Gušel</dc:creator>
  <cp:lastModifiedBy>Matija Gušel</cp:lastModifiedBy>
  <cp:revision>1</cp:revision>
  <dcterms:created xsi:type="dcterms:W3CDTF">2026-06-10T10:48:27Z</dcterms:created>
  <dcterms:modified xsi:type="dcterms:W3CDTF">2026-06-10T10:48:27Z</dcterms:modified>
</cp:coreProperties>
</file>